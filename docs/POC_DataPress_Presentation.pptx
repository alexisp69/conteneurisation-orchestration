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DataPress –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Mission de consulting : conteneurisation &amp;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Plateforme mono-serveur, risques de coupure globale, absence d'environnement de recette.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Séparer front/API, disposer d'un environnement de recette Kubernetes, introduire Docker et un début de CI/CD.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– Mode développement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Compose : un service API (FastAPI) et un service front (NGINX) sur un réseau dédié.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– Mode recette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Namespace dédié, Deployments front &amp; API, Services (ClusterIP + NodePort), ConfigMap &amp; Secret.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&amp; Fiabilité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Conteneurs non-root, probes readiness/liveness sur /health, ressources mémoire configurées.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 GitHub Actions de build d'image API à chaque push sur la branche principale.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&amp;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Ingress + TLS, autoscaling, monitoring avancé, NetworkPolicies, intégration base de 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